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/>
  <p:notesMasterIdLst/>
  <p:sldIdLst>
    <p:sldId id="256" r:id="rId1"/>
  </p:sldIdLst>
</p:presentation>
</file>

<file path=ppt/_rels/presentation.xml.rels><?xml version="1.0" encoding="UTF-8"?>
<Relationships xmlns="http://schemas.openxmlformats.org/package/2006/relationships">
</Relationships>
</file>

<file path=ppt/slides/_rels/slide1.xml.rels><?xml version="1.0" encoding="UTF-8"?>
<Relationships xmlns="http://schemas.openxmlformats.org/package/2006/relationships"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nvPr/>
        <p:name/>
      </p:nvGrpSpPr>
      <p:grpSpPr>
        <a:xfrm>
          <a:off x="0" y="0"/>
          <a:ext cx="0" cy="0"/>
        </a:xfrm>
      </p:grpSpPr>
    </p:nvGrpSpPr>
    <p:sp>
      <p:nvSpPr>
        <p:cNvPr id="1" name="Title 1"/>
        <p:cNvSpPr/>
        <p:nvPr/>
      </p:nvSpPr>
      <p:spPr>
        <a:xfrm>
          <a:off x="114300" y="76200"/>
          <a:ext cx="698500" cy="171450"/>
        </a:xfrm>
      </p:spPr>
      <p:txBody>
        <a:bodyPr vert="horz" rtlCol="0"/>
        <a:lstStyle/>
        <a:p>
          <a:r>
            <a:t>Slide 1 Title</a:t>
          </a:r>
        </a:p>
        <a:p>
          <a:r>
            <a:t>Slide 1 content text</a:t>
          </a:r>
        </a:p>
      </p:txBody>
    </p:sp>
  </p:cSld>
  <p:extLst/>
</p:sld>
</file>